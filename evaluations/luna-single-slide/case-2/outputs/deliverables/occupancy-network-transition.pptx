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54664b83e4516" /><Relationship Type="http://schemas.openxmlformats.org/officeDocument/2006/relationships/extended-properties" Target="/docProps/app.xml" Id="R79a06b5836144fbf" /><Relationship Type="http://schemas.openxmlformats.org/officeDocument/2006/relationships/officeDocument" Target="/ppt/presentation.xml" Id="R67f264d5fc59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932a400a6b4fff"/>
  </p:sldMasterIdLst>
  <p:notesMasterIdLst>
    <p:notesMasterId xmlns:r="http://schemas.openxmlformats.org/officeDocument/2006/relationships" r:id="R3f7bbe4f8f14452a"/>
  </p:notesMasterIdLst>
  <p:sldIdLst>
    <p:sldId xmlns:r="http://schemas.openxmlformats.org/officeDocument/2006/relationships" id="256" r:id="R15daf93dfab542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b269d9e464aac" /><Relationship Type="http://schemas.openxmlformats.org/officeDocument/2006/relationships/slideMaster" Target="/ppt/slideMasters/slideMaster1.xml" Id="R3d932a400a6b4fff" /><Relationship Type="http://schemas.openxmlformats.org/officeDocument/2006/relationships/notesMaster" Target="/ppt/notesMasters/notesMaster1.xml" Id="R3f7bbe4f8f14452a" /><Relationship Type="http://schemas.openxmlformats.org/officeDocument/2006/relationships/presProps" Target="/ppt/presProps.xml" Id="R55d1cdd3da074603" /><Relationship Type="http://schemas.openxmlformats.org/officeDocument/2006/relationships/tableStyles" Target="/ppt/tableStyles.xml" Id="Rc3dea3cbdfd34845" /><Relationship Type="http://schemas.openxmlformats.org/officeDocument/2006/relationships/slide" Target="/ppt/slides/slide1.xml" Id="R15daf93dfab5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ae02bbbc141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acc2c6b3614b36" /><Relationship Type="http://schemas.openxmlformats.org/officeDocument/2006/relationships/notesMaster" Target="/ppt/notesMasters/notesMaster1.xml" Id="R78c75c59642a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Lars Mescheder, Michael Oechsle, Michael Niemeyer, Sebastian Nowozin, and Andreas Geiger. “Occupancy Networks: Learning 3D Reconstruction in Function Space.” CVPR 2019, pp. 4460–4470. DOI: 10.1109/CVPR.2019.00459.</a:t>
            </a:r>
          </a:p>
          <a:p xmlns:a="http://schemas.openxmlformats.org/drawingml/2006/main">
            <a:r>
              <a:t>https://openaccess.thecvf.com/content_CVPR_2019/papers/Mescheder_Occupancy_Networks_Learning_3D_Reconstruction_in_Function_Space_CVPR_2019_paper.pdf</a:t>
            </a:r>
          </a:p>
          <a:p xmlns:a="http://schemas.openxmlformats.org/drawingml/2006/main">
            <a:r>
              <a:t>Figure: original Fig. 1, p. 4460. Claims on fθ(p,x), occupancy probability, and decision boundary: §3.1. Mesh extraction with MISE: §3.3. The visible figure is cropped only to remove the surrounding article text; its panels, labels, and contents are unchanged.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d6eab6d0c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35ee817fad471b" /><Relationship Type="http://schemas.openxmlformats.org/officeDocument/2006/relationships/slideLayout" Target="/ppt/slideLayouts/slideLayout1.xml" Id="R97867997f7ff4f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67997f7ff4f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9659c9e6243c9" /><Relationship Type="http://schemas.openxmlformats.org/officeDocument/2006/relationships/image" Target="/ppt/media/image.png" Id="R5f46c4c2765045ab" /><Relationship Type="http://schemas.openxmlformats.org/officeDocument/2006/relationships/notesSlide" Target="/ppt/notesSlides/notesSlide1.xml" Id="R7abeee07741d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124A4E5E-F0C5-4577-963C-F4085AA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形を点・格子で出力せず、関数の境界で表す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E7FB66-43AB-45D0-A6F3-D86DE348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Occupancy Networks：占有確率の境界を3D表面とし、必要時にメッシュ化する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6c4c2765045ab"/>
          <a:stretch xmlns:a="http://schemas.openxmlformats.org/drawingml/2006/main"/>
        </p:blipFill>
        <p:spPr>
          <a:xfrm xmlns:a="http://schemas.openxmlformats.org/drawingml/2006/main">
            <a:off x="514350" y="1771942"/>
            <a:ext cx="6429375" cy="3542717"/>
          </a:xfrm>
          <a:prstGeom xmlns:a="http://schemas.openxmlformats.org/drawingml/2006/main" prst="rect">
            <a:avLst/>
          </a:prstGeom>
        </p:spPr>
      </p:pic>
      <p:sp>
        <p:nvSpPr>
          <p:cNvPr id="4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AF82235B-D9A0-47A0-A04B-E01E680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原図：Mescheder et al., Fig. 1（CVPR 2019, p. 4460）</a:t>
            </a:r>
          </a:p>
        </p:txBody>
      </p:sp>
      <p:sp>
        <p:nvSpPr>
          <p:cNvPr id="5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1D91294E-23BD-494B-9B8B-6D79A53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14288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chanism-heading">
            <a:extLst xmlns:a="http://schemas.openxmlformats.org/drawingml/2006/main">
              <a:ext uri="{FF2B5EF4-FFF2-40B4-BE49-F238E27FC236}">
                <a16:creationId xmlns:a16="http://schemas.microsoft.com/office/drawing/2014/main" id="{7F82F547-784C-42CE-9918-D6D8A96B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811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78A5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478A5"/>
                </a:solidFill>
                <a:latin typeface="Hiragino Sans"/>
                <a:ea typeface="Hiragino Sans"/>
                <a:cs typeface="Hiragino Sans"/>
              </a:rPr>
              <a:t>表現の切替</a:t>
            </a:r>
          </a:p>
        </p:txBody>
      </p:sp>
      <p:sp>
        <p:nvSpPr>
          <p:cNvPr id="7" name="function-equation">
            <a:extLst xmlns:a="http://schemas.openxmlformats.org/drawingml/2006/main">
              <a:ext uri="{FF2B5EF4-FFF2-40B4-BE49-F238E27FC236}">
                <a16:creationId xmlns:a16="http://schemas.microsoft.com/office/drawing/2014/main" id="{16D4DAB5-16D6-46D5-9966-B7AA6205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fθ(p, x) → 占有確率</a:t>
            </a:r>
          </a:p>
        </p:txBody>
      </p:sp>
      <p:sp>
        <p:nvSpPr>
          <p:cNvPr id="8" name="query-description">
            <a:extLst xmlns:a="http://schemas.openxmlformats.org/drawingml/2006/main">
              <a:ext uri="{FF2B5EF4-FFF2-40B4-BE49-F238E27FC236}">
                <a16:creationId xmlns:a16="http://schemas.microsoft.com/office/drawing/2014/main" id="{9DF7657C-6CEC-4A32-853C-DC7FBF9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4010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入力：3D座標 p ＋ 観測 x</a:t>
            </a:r>
          </a:p>
          <a:p xmlns:a="http://schemas.openxmlformats.org/drawingml/2006/main">
            <a:pPr algn="l">
              <a:def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出力：その点が形状の内側にある確率</a:t>
            </a:r>
          </a:p>
        </p:txBody>
      </p:sp>
      <p:sp>
        <p:nvSpPr>
          <p:cNvPr id="9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3AC049DA-BA87-4372-8DE6-6C2005B2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分類境界 ＝ 3D表面</a:t>
            </a:r>
          </a:p>
        </p:txBody>
      </p:sp>
      <p:sp>
        <p:nvSpPr>
          <p:cNvPr id="10" name="boundary-description">
            <a:extLst xmlns:a="http://schemas.openxmlformats.org/drawingml/2006/main">
              <a:ext uri="{FF2B5EF4-FFF2-40B4-BE49-F238E27FC236}">
                <a16:creationId xmlns:a16="http://schemas.microsoft.com/office/drawing/2014/main" id="{F899D3EB-B197-4924-8E6D-CEE37365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00525"/>
            <a:ext cx="4010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固定した格子の値ではなく、連続関数の境界として形状を表す。</a:t>
            </a:r>
          </a:p>
        </p:txBody>
      </p:sp>
      <p:sp>
        <p:nvSpPr>
          <p:cNvPr id="11" name="extraction-note">
            <a:extLst xmlns:a="http://schemas.openxmlformats.org/drawingml/2006/main">
              <a:ext uri="{FF2B5EF4-FFF2-40B4-BE49-F238E27FC236}">
                <a16:creationId xmlns:a16="http://schemas.microsoft.com/office/drawing/2014/main" id="{FFA5269D-845E-4D58-8DCE-E6190967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利用時は関数を評価し、MISEで等値面をメッシュ抽出。</a:t>
            </a:r>
          </a:p>
        </p:txBody>
      </p:sp>
      <p:sp>
        <p:nvSpPr>
          <p:cNvPr id="1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13DB4DB-4C70-49A5-A389-3295F7AE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6DAFFB31-B2D8-4701-BB87-274E6E9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C853D9E9-55B1-47E1-83E0-DA353FB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変わるのは形の持ち方。Occupancy Networks も、推論時にはメッシュを抽出できる。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A13AB3B-2757-473C-BC87-5BCE5C41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2616D"/>
                </a:solidFill>
                <a:latin typeface="Hiragino Sans"/>
                <a:ea typeface="Hiragino Sans"/>
                <a:cs typeface="Hiragino Sans"/>
              </a:rPr>
              <a:t>Mescheder, Oechsle, Niemeyer, Nowozin &amp; Geiger · “Occupancy Networks” · CVPR 2019 · Fig. 1, §3.1, §3.3</a:t>
            </a:r>
          </a:p>
        </p:txBody>
      </p:sp>
    </p:spTree>
    <p:extLst>
      <p:ext uri="{BB962C8B-B14F-4D97-AF65-F5344CB8AC3E}">
        <p14:creationId xmlns:p14="http://schemas.microsoft.com/office/powerpoint/2010/main" val="1879033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2026-10-06T17:18:14.5210000Z</dcterms:created>
  <dcterms:modified xsi:type="dcterms:W3CDTF">2026-10-06T17:18:14.5210000Z</dcterms:modified>
</coreProperties>
</file>